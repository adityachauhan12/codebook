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4494"/>
          </a:solidFill>
          <a:ln w="12700">
            <a:solidFill>
              <a:srgbClr val="1B44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500" kern="0" dirty="0">
                <a:solidFill>
                  <a:srgbClr val="7A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- POWERED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Solutions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Operations.  Seamless Journeys.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 ·  Queue Management  ·  Inventory  ·  Biometrics  ·  Turnaround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Proposing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use cases to transform airport operations and passenger experience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0604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Navigation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AI-guided passenger navigation inside terminal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298448"/>
            <a:ext cx="260604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1860" y="1444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1860" y="1755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186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to predict &amp; reduce check-in congestion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0604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44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755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167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AI asset tracking across airport hangars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85950" y="2944368"/>
            <a:ext cx="260604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8830" y="3090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68830" y="3401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Flow — FACES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68830" y="3813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for seamless boarding &amp; identity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52010" y="2944368"/>
            <a:ext cx="260604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4890" y="3090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34890" y="3401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Optimizer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34890" y="3813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 of ground handling activities in real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Indoor Navigation &amp; Passenger Guidance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Complex terminal layouts confuse passengers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Frequent gate changes cause missed flights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personalised real-time guidance exists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788920" cy="384048"/>
          </a:xfrm>
          <a:prstGeom prst="rect">
            <a:avLst/>
          </a:prstGeom>
          <a:solidFill>
            <a:srgbClr val="1B5590"/>
          </a:solidFill>
          <a:ln w="12700">
            <a:solidFill>
              <a:srgbClr val="1B5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10512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AI-driven mobile app with live indoor maps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Turn-by-turn routing to gates &amp; facilities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Instant gate-change push notifications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Crowd-aware rerouting to avoid bottlenecks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solidFill>
            <a:srgbClr val="7B6015"/>
          </a:solidFill>
          <a:ln w="12700">
            <a:solidFill>
              <a:srgbClr val="7B6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Fewer missed flights and boarding delays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crowding at congestion pinch-points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Measurable uplift in passenger satisfaction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Queue Management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Manual monitoring cannot predict surge events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Check-in counters routinely over or under-staffed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Reactive response means waiting is already happening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788920" cy="384048"/>
          </a:xfrm>
          <a:prstGeom prst="rect">
            <a:avLst/>
          </a:prstGeom>
          <a:solidFill>
            <a:srgbClr val="1B5590"/>
          </a:solidFill>
          <a:ln w="12700">
            <a:solidFill>
              <a:srgbClr val="1B5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10512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CV cameras monitor queue density in real time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predicts congestion before it builds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Auto-triggers counter openings and staff alerts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Data-driven staffing reallocation recommendations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solidFill>
            <a:srgbClr val="7B6015"/>
          </a:solidFill>
          <a:ln w="12700">
            <a:solidFill>
              <a:srgbClr val="7B6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Significantly reduced average wait times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Optimal counter and staff utilisation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Operations shift from reactive to proactive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Hangar Inventory &amp; Asset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Manual asset tracking is slow and error-prone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Misplaced tools create FOD damage risk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real-time visibility on idle or misused equipment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788920" cy="384048"/>
          </a:xfrm>
          <a:prstGeom prst="rect">
            <a:avLst/>
          </a:prstGeom>
          <a:solidFill>
            <a:srgbClr val="1B5590"/>
          </a:solidFill>
          <a:ln w="12700">
            <a:solidFill>
              <a:srgbClr val="1B5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10512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CV cameras at hangar entry and exit checkpoints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Auto-count at start and end of each shift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Zone-based real-time location monitoring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Instant alerts on count mismatches or anomalies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solidFill>
            <a:srgbClr val="7B6015"/>
          </a:solidFill>
          <a:ln w="12700">
            <a:solidFill>
              <a:srgbClr val="7B6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Near-zero manual inventory errors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FOD risk and audit liability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equipment trail for safety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Platform — Biometric Passenger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Manual ID checks at every touchpoint slow the journey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Queue build-up at security and boarding gates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DigiYatra already validates this model in India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788920" cy="384048"/>
          </a:xfrm>
          <a:prstGeom prst="rect">
            <a:avLst/>
          </a:prstGeom>
          <a:solidFill>
            <a:srgbClr val="1B5590"/>
          </a:solidFill>
          <a:ln w="12700">
            <a:solidFill>
              <a:srgbClr val="1B5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10512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One-time facial enrolment at check-in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Seamless walk-through at every checkpoint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Biometric data linked to booking and passport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integration with airline and airport systems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solidFill>
            <a:srgbClr val="7B6015"/>
          </a:solidFill>
          <a:ln w="12700">
            <a:solidFill>
              <a:srgbClr val="7B6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document-free passenger journey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queue time at security and gates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Improved throughput without additional staff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Aircraft Turnaround Time Optimizer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Ground teams operate in silos — no shared real-time view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delay in any one activity cascades into a late departure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Corrective action starts after the delay has already occurred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788920" cy="384048"/>
          </a:xfrm>
          <a:prstGeom prst="rect">
            <a:avLst/>
          </a:prstGeom>
          <a:solidFill>
            <a:srgbClr val="1B5590"/>
          </a:solidFill>
          <a:ln w="12700">
            <a:solidFill>
              <a:srgbClr val="1B5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269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10512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Tracks each activity — fuelling, catering, cleaning, baggage, engineering — against the Standard Turnaround Time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flags tasks running behind before delay materialises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alerts pushed to ground teams and ops control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Post-flight data feeds the model to refine future STT estimates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697480" cy="384048"/>
          </a:xfrm>
          <a:prstGeom prst="rect">
            <a:avLst/>
          </a:prstGeom>
          <a:solidFill>
            <a:srgbClr val="7B6015"/>
          </a:solidFill>
          <a:ln w="12700">
            <a:solidFill>
              <a:srgbClr val="7B6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25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10512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Fewer late departures from preventable ground delays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coordination across all ground handling teams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Shift from reactive delay response to proactive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AI-powered use cases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977640" cy="1664208"/>
          </a:xfrm>
          <a:prstGeom prst="rect">
            <a:avLst/>
          </a:prstGeom>
          <a:solidFill>
            <a:srgbClr val="1A7878"/>
          </a:solidFill>
          <a:ln w="12700">
            <a:solidFill>
              <a:srgbClr val="1A78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Passenger NPS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passenger experience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 ·  Queue  ·  Biometrics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207008"/>
            <a:ext cx="3977640" cy="1664208"/>
          </a:xfrm>
          <a:prstGeom prst="rect">
            <a:avLst/>
          </a:prstGeom>
          <a:solidFill>
            <a:srgbClr val="1B5070"/>
          </a:solidFill>
          <a:ln w="12700">
            <a:solidFill>
              <a:srgbClr val="1B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3898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On-Time Departures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10328" y="19019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preventable ground delays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Optimizer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3977640" cy="173736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" y="37307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errors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Hangar Inventory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35808"/>
            <a:ext cx="3977640" cy="1737360"/>
          </a:xfrm>
          <a:prstGeom prst="rect">
            <a:avLst/>
          </a:prstGeom>
          <a:solidFill>
            <a:srgbClr val="146060"/>
          </a:solidFill>
          <a:ln w="12700">
            <a:solidFill>
              <a:srgbClr val="146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0328" y="37307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to AI-led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 ·  Automated  ·  Live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Airport Solutions</dc:title>
  <dc:subject>PptxGenJS Presentation</dc:subject>
  <dc:creator>PptxGenJS</dc:creator>
  <cp:lastModifiedBy>PptxGenJS</cp:lastModifiedBy>
  <cp:revision>1</cp:revision>
  <dcterms:created xsi:type="dcterms:W3CDTF">2026-06-05T05:30:41Z</dcterms:created>
  <dcterms:modified xsi:type="dcterms:W3CDTF">2026-06-05T05:30:41Z</dcterms:modified>
</cp:coreProperties>
</file>