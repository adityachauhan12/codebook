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0"/>
            <a:ext cx="1005840" cy="5143500"/>
          </a:xfrm>
          <a:prstGeom prst="rect">
            <a:avLst/>
          </a:prstGeom>
          <a:solidFill>
            <a:srgbClr val="00B4D8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325880"/>
            <a:ext cx="54864" cy="21945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097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70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64008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Airport Solutions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Operations.  Seamless Journeys.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749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 ·  Queue Management  ·  Inventory  ·  Biometrics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304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We're Proposing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AI use cases to transform airport operations and passenger experience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64008" cy="1645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521208" y="131673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21208" y="16824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Indoor Navigation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1208" y="20574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AI-guided passenger navigation inside terminal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18872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188720"/>
            <a:ext cx="64008" cy="1645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5001768" y="131673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01768" y="16824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Queue Management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01768" y="20574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to predict &amp; reduce check-in congestion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92608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26080"/>
            <a:ext cx="64008" cy="1645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" y="305409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21208" y="341985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Inventory Management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1208" y="37947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AI asset tracking across airport hangars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92608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926080"/>
            <a:ext cx="64008" cy="1645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5001768" y="305409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001768" y="341985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04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Biometric Flow — FACES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01768" y="37947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recognition for seamless boarding &amp; identity checks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54864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CASE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383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AI-Based Indoor Navigation &amp; Passenger Guidance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51760" cy="3474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114300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PITCH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2651760" cy="3456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63040"/>
            <a:ext cx="54864" cy="3456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" y="1627632"/>
            <a:ext cx="2395728" cy="3182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terminal layouts confuse passengers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gate changes cause missed flights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personalised, real-time guidance 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1097280"/>
            <a:ext cx="2651760" cy="3474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3264408" y="114300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54680" y="1463040"/>
            <a:ext cx="2651760" cy="3456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463040"/>
            <a:ext cx="54864" cy="34564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3319272" y="1627632"/>
            <a:ext cx="2395728" cy="3182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➜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mobile app with live indoor maps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➜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Turn-by-turn routing to gates &amp; facilities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➜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gate-change push notifications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➜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Crowd-aware rerouting to avoid bottlenecks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89320" y="1097280"/>
            <a:ext cx="2651760" cy="3474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6099048" y="114300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EXPECTED RESULTS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89320" y="1463040"/>
            <a:ext cx="2651760" cy="3456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89320" y="1463040"/>
            <a:ext cx="54864" cy="345643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6153912" y="1627632"/>
            <a:ext cx="2395728" cy="3182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✔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missed flights &amp; boarding delays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✔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crowding at pinch-points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✔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uplift in passenger satisfaction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54864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CASE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383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AI-Based Smart Queue Management System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51760" cy="3474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114300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PITCH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2651760" cy="3456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63040"/>
            <a:ext cx="54864" cy="3456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" y="1627632"/>
            <a:ext cx="2395728" cy="3182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monitoring can't predict surges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Counters routinely over or under-used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response = longer wait times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1097280"/>
            <a:ext cx="2651760" cy="3474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3264408" y="114300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54680" y="1463040"/>
            <a:ext cx="2651760" cy="3456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463040"/>
            <a:ext cx="54864" cy="34564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3319272" y="1627632"/>
            <a:ext cx="2395728" cy="3182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➜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cameras monitor queue density in real time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➜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predicts congestion before it builds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➜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Auto-triggers counter openings &amp; staff alerts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➜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reallocation recommendations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89320" y="1097280"/>
            <a:ext cx="2651760" cy="3474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6099048" y="114300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EXPECTED RESULTS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89320" y="1463040"/>
            <a:ext cx="2651760" cy="3456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89320" y="1463040"/>
            <a:ext cx="54864" cy="345643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6153912" y="1627632"/>
            <a:ext cx="2395728" cy="3182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✔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Significantly reduced average wait times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✔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counter &amp; staff utilisation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✔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operations shift from reactive → proactive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54864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CASE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383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Hangar Inventory &amp; Asset Management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51760" cy="3474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114300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PITCH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2651760" cy="3456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63040"/>
            <a:ext cx="54864" cy="3456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" y="1627632"/>
            <a:ext cx="2395728" cy="3182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asset tracking is slow &amp; error-prone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Misplaced tools create FOD damage risk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on idle or misused equipment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1097280"/>
            <a:ext cx="2651760" cy="3474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3264408" y="114300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54680" y="1463040"/>
            <a:ext cx="2651760" cy="3456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463040"/>
            <a:ext cx="54864" cy="34564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3319272" y="1627632"/>
            <a:ext cx="2395728" cy="3182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➜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cameras at hangar entry/exit checkpoints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➜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Auto-count equipment at start &amp; end of ops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➜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Zone-based real-time location monitoring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➜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alerts on mismatches or misplacements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89320" y="1097280"/>
            <a:ext cx="2651760" cy="3474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6099048" y="114300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EXPECTED RESULTS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89320" y="1463040"/>
            <a:ext cx="2651760" cy="3456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89320" y="1463040"/>
            <a:ext cx="54864" cy="345643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6153912" y="1627632"/>
            <a:ext cx="2395728" cy="3182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✔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manual counting effort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✔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FOD risk significantly reduced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✔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per-task asset reconciliation every shift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3045E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54864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CASE 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3383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FACES Platform — Biometric Passenger Flow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51760" cy="3474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114300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PITCH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2651760" cy="3456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63040"/>
            <a:ext cx="54864" cy="3456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" y="1627632"/>
            <a:ext cx="2395728" cy="3182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manual ID checks slow every touchpoint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build-up at security &amp; boarding gates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DigiYatra already validates the model in India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1097280"/>
            <a:ext cx="2651760" cy="3474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3264408" y="114300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54680" y="1463040"/>
            <a:ext cx="2651760" cy="3456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463040"/>
            <a:ext cx="54864" cy="34564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3319272" y="1627632"/>
            <a:ext cx="2395728" cy="3182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➜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facial enrolment at check-in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➜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walk-through at security &amp; boarding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➜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data linked to booking &amp; passport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➜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integration with airline &amp; airport systems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89320" y="1097280"/>
            <a:ext cx="2651760" cy="34747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6099048" y="114300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EXPECTED RESULTS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89320" y="1463040"/>
            <a:ext cx="2651760" cy="3456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89320" y="1463040"/>
            <a:ext cx="54864" cy="345643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6153912" y="1627632"/>
            <a:ext cx="2395728" cy="3182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✔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30–40% reduction in boarding time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✔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Frictionless, document-free passenger journey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✔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manual staff at identity checkpoints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Expected Business Impact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4 AI-powered use cases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3931920" cy="1572768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325880"/>
            <a:ext cx="64008" cy="15727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521208" y="143560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↑ Passenger NPS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21208" y="19202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passenger experience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1208" y="22860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· Queue · Biometrics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325880"/>
            <a:ext cx="3931920" cy="1572768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325880"/>
            <a:ext cx="64008" cy="157276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5001768" y="143560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↓ 30–40%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01768" y="19202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&amp; boarding time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01768" y="22860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Mgmt + FACES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017520"/>
            <a:ext cx="3931920" cy="1572768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017520"/>
            <a:ext cx="64008" cy="1572768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" y="312724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Near Zero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1208" y="36118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inventory errors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1208" y="39776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Hangar Inventory AI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3017520"/>
            <a:ext cx="3931920" cy="1572768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3017520"/>
            <a:ext cx="64008" cy="15727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5001768" y="312724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Proactive Ops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001768" y="36118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from reactive to AI-led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01768" y="39776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· Automated · Live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Airport Solutions</dc:title>
  <dc:subject>PptxGenJS Presentation</dc:subject>
  <dc:creator>Operations AI Team</dc:creator>
  <cp:lastModifiedBy>Operations AI Team</cp:lastModifiedBy>
  <cp:revision>1</cp:revision>
  <dcterms:created xsi:type="dcterms:W3CDTF">2026-06-04T07:14:06Z</dcterms:created>
  <dcterms:modified xsi:type="dcterms:W3CDTF">2026-06-04T07:14:06Z</dcterms:modified>
</cp:coreProperties>
</file>